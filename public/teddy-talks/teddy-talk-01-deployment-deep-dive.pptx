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3200400" cy="3200400"/>
          </a:xfrm>
          <a:prstGeom prst="ellipse">
            <a:avLst/>
          </a:prstGeom>
          <a:solidFill>
            <a:srgbClr val="00BF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2286000" cy="2286000"/>
          </a:xfrm>
          <a:prstGeom prst="ellipse">
            <a:avLst/>
          </a:prstGeom>
          <a:solidFill>
            <a:srgbClr val="00E5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TEDDY TALK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Deep Dive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Virtualisation · Systems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4114800" cy="36576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Moyo  ·  Fullstack Developer &amp; Founder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Bare Metal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"works on my machine" kills products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101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hypervisors, and the OS abstraction stack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805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4480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83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difference that changed everything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7160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1371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 Practice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containers, volumes, networking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260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926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&amp; Orchestration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stacks, from dev to prod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389120"/>
            <a:ext cx="5303520" cy="1325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805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480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4983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proxies, secrets, health checks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/ The Bare Metal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01168" cy="20116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201168" cy="20116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048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version conflicts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201168" cy="20116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821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OS ≠ prod 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023360"/>
            <a:ext cx="201168" cy="20116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593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dependency installs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201168" cy="20116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365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poisons another's runtime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5394960" cy="53035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Want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176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environment everywhere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182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don't interfere with each other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staging → prod, no surprises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5193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up/down in seconds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Virtualisation 101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stack looks like this: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389120" cy="749808"/>
          </a:xfrm>
          <a:prstGeom prst="rect">
            <a:avLst/>
          </a:prstGeom>
          <a:solidFill>
            <a:srgbClr val="00BF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4389120" cy="749808"/>
          </a:xfrm>
          <a:prstGeom prst="rect">
            <a:avLst/>
          </a:prstGeom>
          <a:solidFill>
            <a:srgbClr val="2E405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0487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00984"/>
            <a:ext cx="4389120" cy="749808"/>
          </a:xfrm>
          <a:prstGeom prst="rect">
            <a:avLst/>
          </a:prstGeom>
          <a:solidFill>
            <a:srgbClr val="1C3144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0098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(Virtual Hardware)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97096"/>
            <a:ext cx="4389120" cy="749808"/>
          </a:xfrm>
          <a:prstGeom prst="rect">
            <a:avLst/>
          </a:prstGeom>
          <a:solidFill>
            <a:srgbClr val="546E7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9709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(Type 1 or 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93208"/>
            <a:ext cx="4389120" cy="749808"/>
          </a:xfrm>
          <a:prstGeom prst="rect">
            <a:avLst/>
          </a:prstGeom>
          <a:solidFill>
            <a:srgbClr val="212121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9320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1234440"/>
            <a:ext cx="594360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3258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6916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creates/manages VMs. Type 1 (bare metal): VMware ESXi, Hyper-V. Type 2 (hosted): VirtualBox, VMware Workstation.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017520"/>
            <a:ext cx="594360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10896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47472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runs its own full OS kernel — complete isolation but heavy overhead (GBs of RAM per VM).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4800600"/>
            <a:ext cx="594360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8920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52578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hosting, running different OSes, strong security isolation — still relevant for infra teams.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/ Containers vs VMs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926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4023360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051560"/>
            <a:ext cx="4023360" cy="548640"/>
          </a:xfrm>
          <a:prstGeom prst="rect">
            <a:avLst/>
          </a:prstGeom>
          <a:solidFill>
            <a:srgbClr val="39D353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051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002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 unit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600200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002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guest 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600200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6002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host kernel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58568"/>
            <a:ext cx="292608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585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258568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258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2258568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258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169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2916936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2916936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(or ms)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292608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75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3575304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3575304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Process-level (namespaces)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33672"/>
            <a:ext cx="29260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2336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4233672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42336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(OVF)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4233672"/>
            <a:ext cx="4023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2336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(Docker Hub)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292608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892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66160" y="4892040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4892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(few per host)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80960" y="4892040"/>
            <a:ext cx="4023360" cy="658368"/>
          </a:xfrm>
          <a:prstGeom prst="rect">
            <a:avLst/>
          </a:prstGeom>
          <a:solidFill>
            <a:srgbClr val="1E2A38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4892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(dozens per host)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win on density and speed. VMs win on isolation. Both have a place.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/ Docker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5394960" cy="16916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blueprint. Built from a Dockerfile. Layered filesystem — only changed layers rebuild.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394960" cy="16916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Isolated process with its own network, filesystem, PID 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6916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outside the container lifecycle. Bind mounts for dev; named volumes for prod.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063240"/>
            <a:ext cx="5394960" cy="16916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54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(default), host, overlay (swarm). Containers on the same network resolve by name.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 example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650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9070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61630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 --no-cache-dir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5394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5650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590702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["gunicorn", "app.wsgi:application"]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/ Compose &amp; Orchestration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5577840" cy="5303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docker-compose.yml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676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0253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["8000:8000"]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5831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env_file: .env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620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[db, redis]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1409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4198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6987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pgdata:/var/lib/postgresql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2565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5354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redis:7-alpine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8143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celery: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093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3721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celery -A app worker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6509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59298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pgdata: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1051560"/>
            <a:ext cx="5303520" cy="11704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115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full stack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1508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web, DB, cache, workers — all their networking and volumes — in a single compose file.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2350008"/>
            <a:ext cx="5303520" cy="11704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4140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28072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all services. Add --build to rebuild images. Scale a service with --scale worker=3.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648456"/>
            <a:ext cx="5303520" cy="11704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7124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Compose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10565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orchestration: Kubernetes (k8s) for large scale, Docker Swarm for simpler multi-host setups.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4946904"/>
            <a:ext cx="5303520" cy="11704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010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spectrum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540410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→ Swarm → k8s. Start simple. Add complexity only when you feel the pain.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/ Production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394960" cy="22402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22402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070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(Nginx / Traefik)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app ports directly. Nginx/Traefik sit in front — handle SSL termination, routing, load balancing. One entry point, many services.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394960" cy="22402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097280"/>
            <a:ext cx="109728" cy="22402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2070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166420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go in the image or the compose file. Use .env files (gitignored), Docker secrets, or external vaults (HashiCorp, AWS SSM). Build-time vs runtime secrets are different concerns.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94960" cy="22402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109728" cy="22402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75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413308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HEALTHCHECK in Dockerfile or healthcheck: in compose. Orchestrators use this to restart sick containers automatically. Without it, a crashed app still looks "running".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5394960" cy="22402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566160"/>
            <a:ext cx="109728" cy="22402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675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Hygiene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413308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slim/alpine base images. Multi-stage builds: build in a fat image, copy artifacts to a slim runtime image. Fewer layers, smaller attack surface, faster pulls.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0B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36576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11064240" cy="8686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4264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≠ Containers  —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77393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 — VMs for strong isolation, containers for speed and density.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11064240" cy="8686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4140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 tool, not the answer  —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76148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it's doing: namespaces, cgroups, layered FS. Don't cargo-cult the Dockerfile.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11064240" cy="8686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64992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for everything local  —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74904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using Compose for local dev, you're doing extra work for no reason.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11064240" cy="8686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5254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4389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is different from dev  —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73659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secrets, reverse proxies, read-only filesystems. Don't treat prod like your laptop.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21808"/>
            <a:ext cx="11064240" cy="86868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4009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376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scale when it hurts  — 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72414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→ compose → Swarm → k8s. Every step adds complexity — earn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2026-08-21T16:08:44Z</dcterms:created>
  <dcterms:modified xsi:type="dcterms:W3CDTF">2026-08-21T16:08:44Z</dcterms:modified>
</cp:coreProperties>
</file>